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20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58400" y="45720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AI가 소음 속에서도 듣고,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속에서도 본다!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초소형 AI 칩의 세계  —  Noise-Conditioned AI Framework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</a:t>
            </a:r>
            <a:r>
              <a:rPr lang="en-US" sz="13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3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고등학생 대상 AI 연구 소개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TASLP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ICASSP 2027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 2027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ICCV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 소개 &amp; SmartEAR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| 12-year Deep-Tech Startup | Self-Operating Industrial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0" cy="4114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02920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최진호  |  Chief Scientist &amp; CEO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 </a:t>
            </a: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AI/신호처리 전공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Business School Online  </a:t>
            </a: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Credential Candidate (2027)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(사)</a:t>
            </a: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한국인공지능협회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ko-KR" altLang="en-US" sz="1200" b="1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산학이사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휴먼플러스</a:t>
            </a:r>
            <a:r>
              <a:rPr lang="en-US" altLang="ko-KR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(주)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ko-KR" altLang="en-US" sz="1200" b="1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사장</a:t>
            </a: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 다수 게재  </a:t>
            </a: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Trans. SP / IP / ASLP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삼성 </a:t>
            </a:r>
            <a:r>
              <a:rPr lang="en-US" sz="1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휴먼테크</a:t>
            </a: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200" dirty="0" err="1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금상</a:t>
            </a: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502920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기반 AX(AI Transformation) 서비스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200400"/>
            <a:ext cx="1737360" cy="86868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629400" y="3200400"/>
            <a:ext cx="17373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294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3200400"/>
            <a:ext cx="1737360" cy="86868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49640" y="3200400"/>
            <a:ext cx="17373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496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9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69880" y="3200400"/>
            <a:ext cx="1737360" cy="86868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469880" y="3200400"/>
            <a:ext cx="17373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698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698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 Packages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Officer AI (금융)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Superintendent AI (오피스)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Manager AI (제조/물류)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Keeper AI (스마트 리빙)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AI (교육/연구)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카페에서도 '헤이 시리'를 알아듣는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#1  |  NanoMamba: Noise-Robust KWS with Spectral-Aware SSMs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주파수별 소음 적응: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40개 Mel 대역을 N개 서브밴드로 묶어, 각각 독립적으로 SSM 상태의 선택성을 제어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소음 증폭 문제 해결: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SSM의 O(σ⁶) 소음 분산을 O(σ²)로 이론적으로 감소시킴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 보장: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가설 공간은 기존 SSM을 완전히 포함 (superset guarantee)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교실에서 선생님 목소리에만 집중하듯, AI도 주파수별로 "소음 필터"를 자동 조절!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(일반 AI의 수천분의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O(σ²)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분산 (기존 O(σ⁶))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 완전 포함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bands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 대역별 독립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소음이 AI를 망가뜨리는 원리를 수학으로 증명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#2  |  NC-SSM: Noise-Conditioned State Space Models  |  IEEE TASLP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수학적 증명: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 연산에서 소음이 곱셈적으로 결합 → 도미노처럼 내부에서 O(σ⁶)으로 증폭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5가지 방어 메커니즘: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서브밴드 선택성, Delta Floor, B-base 조건화, 학습형 스펙트럼 게이트(LSG), 스펙트럼 차감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Cortex-M7 실측: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스마트워치급 칩에서 실시간 구동 검증 완료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도미노처럼 소음이 쏟아지면 AI 안에서 점점 커져요. 이걸 5개의 방파제로 막았습니다!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CNN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Latency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3.42M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MACs (CNN의 1.8배 절감)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더 간단하고 더 강력한 소음 방어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#3  |  NC-TCN: Noise-Conditional Temporal Convolutional Networks  |  MLSP 2026 / ICASSP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발견: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방어 기술은 AI의 "뇌 구조(backbone)"가 아니라 "귀(frontend)" 부분이 핵심!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LSG + DualPCEN: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스펙트럼 게이트(120 파라미터) + 듀얼 PCEN 전문가의 스펙트럼 평탄도 기반 라우팅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백본 무관(Backbone-Agnostic):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AI 구조에든 붙일 수 있는 범용 노이즈 방어 프론트엔드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좋은 헤드폰의 노이즈캔슬링처럼, AI도 입력 단계에서 소음을 처리하면 됨!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절감 vs DS-CNN-S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21,689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30번만 들려주면 새 단어를 배우는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#4  |  NC-OPAL: Few-Shot Class-Incremental KWS via Prototype-Imprinted LoRA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Few-Shot 학습: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새 키워드를 30개 샘플만으로 추가 — 최초로 2만 파라미터 모델에서 달성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LoRA 미세조정: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AI를 거의 건드리지 않고 새 기능 추가 (Low-Rank Adaptation)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지식 증류(KD):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옛 기억(기존 키워드)을 보존하면서 새로운 것을 학습 — 망각률 단 1.3%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전학생 이름을 30번 들으면 기억하는 것처럼, AI도 30개 샘플로 새 단어를 학습!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 단어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단어 망각률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샘플 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낀 도로에서도 차선을 보는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#5  |  NC-Conv: Dual-Path Convolution for Degradation-Robust Vision  |  ACCV / BMVC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오디오 → 비전 확장: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소음 방어 이론을 카메라/영상 AI로 최초 확장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듀얼 패스 설계: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경로(표현력, O(σ⁴⁺)) + 정적 경로(안정성, O(σ²))를 학습된 σ 게이트로 자동 조합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비디오 확장: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양방향 시간축 NC-SSM으로 프레임별 화질 판단 → 터널 영상에서 극적 성능 향상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맑은 날과 안개 낀 날, 운전자가 보는 방식을 바꾸듯 AI도 화질에 따라 전략 변경!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 (CULane)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+35.2%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터널 최어두 구간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 배포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오디오에서 영상까지, 하나의 이론으로 통합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#6  |  NC Vision: From Dual-Path Convolution to Dilated Multi-Scale Networks  |  CVPR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solidFill>
            <a:srgbClr val="12121A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(Audio)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243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solidFill>
            <a:srgbClr val="12121A"/>
          </a:solidFill>
          <a:ln w="19050">
            <a:solidFill>
              <a:srgbClr val="00E6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solidFill>
            <a:srgbClr val="12121A"/>
          </a:solidFill>
          <a:ln w="19050">
            <a:solidFill>
              <a:srgbClr val="FFAB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Bi-NC-SSM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(Video)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통합 프레임워크: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이론(소음 증폭 이론)으로 오디오, 이미지, 비디오 AI 모두 개선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Dilated Multi-Scale: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확장된 수용장(dilation {1,2,4})으로 안개, 어두움 같은 넓은 영역 화질 저하 감지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레시피로 빵, 케이크, 쿠키를 다 만드는 것처럼 하나의 이론으로 여러 AI를 개선!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(CIFAR-10-C)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vs 정적, 그 사이의 최적점 찾기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#7  |  NC-Conv: Bridging Dynamic Expressiveness and Static Robustness  |  ICCV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이론: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의존적(동적) 처리 → 소음 증폭 O(σ⁶)  |  고정(정적) 처리 → O(σ²)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학습형 σ 게이트: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화질 라벨 없이도 자동으로 동적/정적 비율을 학습 (unsupervised)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σ=1이면 기존 동적 CNN과 동일 → NC-Conv ⊃ 일반 CNN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날씨 좋은 날은 자전거(유연), 폭풍 올 때는 버스(안정) 타는 것처럼!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성능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아이디어가 세상을 바꾸는 과정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Roadmap  |  하나의 수학적 통찰 → 소리, 이미지, 영상 전체에 적용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10607040" cy="54864"/>
          </a:xfrm>
          <a:prstGeom prst="rect">
            <a:avLst/>
          </a:prstGeom>
          <a:solidFill>
            <a:srgbClr val="5555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0020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소리 인식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TASLP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 증명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효율적 소음 방어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MLSP / ICASSP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0664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NC-OPAL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 학습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1268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50976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2026~27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이미지·비디오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ACCV→CVPR→ICCV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77240" y="5029200"/>
            <a:ext cx="1060704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 </a:t>
            </a: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통찰(소음 증폭 이론)을 발견하면, 소리 → 이미지 → 영상 전체에 적용할 수 있습니다. </a:t>
            </a: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깊이 있는 하나가 넓은 확장을 만듭니다.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 |  비싼 GPU 없이도, 손목시계 크기의 칩에서 작동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606040" cy="1828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260604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 / 이어버드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속에서도 음성 명령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KWS with &lt;10ms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103120"/>
            <a:ext cx="2606040" cy="1828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0" y="2103120"/>
            <a:ext cx="260604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9476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자율주행차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안개/터널에서도 차선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 터널 어두운 구간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2606040" cy="1828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37960" y="2103120"/>
            <a:ext cx="260604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7512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보청기 / 의료기기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맞춤 음성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30샘플로 새 키워드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2103120"/>
            <a:ext cx="2606040" cy="18288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18320" y="2103120"/>
            <a:ext cx="260604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5548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/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5548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열악한 환경 영상 분석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 MCU에서 실시간 구동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AX 패키지와의 연결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2194560" cy="1463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77240" y="466344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Manager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소음 속 음성제어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불량 비전 검사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2194560" cy="1463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246120" y="466344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33756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Keeper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스마트홈 음성 인식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환경 적응형 CCTV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4663440"/>
            <a:ext cx="2194560" cy="1463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715000" y="466344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8064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Superintendent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사무실 회의 키워드 감지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출입 영상 분석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663440"/>
            <a:ext cx="2194560" cy="1463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183880" y="466344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27532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7532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 음성 인터페이스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실험실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3152" cy="10972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0" y="50292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연구자의 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"하나의 핵심 아이디어를 깊이 파고들면, 여러 분야로 확장할 수 있습니다"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3474720" cy="32004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347472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수학이 언어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확률, 선형대수가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AI의 기초 언어입니다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O(σ⁶) vs O(σ²) 같은 통찰이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논문을 만들었습니다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474720" cy="32004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347472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코딩이 도구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PyTorch로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아이디어를 실험합니다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이론만으로는 부족하고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실험으로 증명해야 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66760" y="2560320"/>
            <a:ext cx="3474720" cy="320040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366760" y="2560320"/>
            <a:ext cx="347472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496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호기심이 시작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"왜 소음에서 AI가 망가질까?"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질문 하나에서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5개의 특허가 탄생했습니다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contact@smartear.co.kr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www.smartear.co.kr</a:t>
            </a: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1382</Words>
  <Application>Microsoft Office PowerPoint</Application>
  <PresentationFormat>와이드스크린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- SmartEAR IR Format</dc:title>
  <dc:subject>PptxGenJS Presentation</dc:subject>
  <dc:creator>SmartEAR Co., Ltd.</dc:creator>
  <cp:lastModifiedBy>jinho choi</cp:lastModifiedBy>
  <cp:revision>2</cp:revision>
  <dcterms:created xsi:type="dcterms:W3CDTF">2026-04-04T01:19:41Z</dcterms:created>
  <dcterms:modified xsi:type="dcterms:W3CDTF">2026-04-04T02:26:28Z</dcterms:modified>
</cp:coreProperties>
</file>